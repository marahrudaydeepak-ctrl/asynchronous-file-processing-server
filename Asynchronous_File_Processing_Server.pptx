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&amp; SYSTEMS PROGRAMMING  ·  25CS2104E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Asynchronous File Processing Server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Linux server in C using TCP sockets, pthreads and io_uring to handle concurrent file reads and writes without blocking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Team 23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Hruday Deepak (2520030138)  ·  Jaiswal Reddy (2520030135)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2976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Asynchronous File Processing Server is a Linux-based systems programming project that handles many concurrent file and network requests efficiently.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C, it accepts concurrent client connections, places requests in a request queue, and performs file I/O asynchronously with Linux io_uring. A completion queue tracks finished operations and returns results to clients, while synchronization protects shared data.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and completion timestamps provide latency and throughput measurements.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937760" y="1097280"/>
            <a:ext cx="3749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12064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OS concepts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20640" y="160020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20640" y="16002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I/O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0" y="160020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1F8A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0" y="16002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201168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20640" y="20116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Inter-process comm.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201168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1F8A8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0" y="20116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24231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20640" y="24231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programming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24231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1F8A8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0" y="24231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0640" y="283464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20640" y="28346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3474720"/>
            <a:ext cx="3749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120640" y="3584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977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scalable server with measured throughput and latency.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and our goal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52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synchronous servers struggle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file operations (open, read, write) leave requests waiting and cut throughput.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blocking thread per request adds heavy resource overhead as load grows.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Cloud-storage style workloads make both problems worse.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46320" y="1252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4592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concurrent C server that: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accepts many TCP clients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queues requests, runs file I/O asynchronously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returns results via a completion queue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protects shared data with mutexes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measures latency and throughput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225296"/>
            <a:ext cx="347472" cy="347472"/>
          </a:xfrm>
          <a:prstGeom prst="ellipse">
            <a:avLst/>
          </a:prstGeom>
          <a:solidFill>
            <a:srgbClr val="0B1F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225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09728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Linux asynchronous file-processing server in 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938528"/>
            <a:ext cx="347472" cy="347472"/>
          </a:xfrm>
          <a:prstGeom prst="ellipse">
            <a:avLst/>
          </a:prstGeom>
          <a:solidFill>
            <a:srgbClr val="1F8A8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810512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and manage many concurrent client connections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23744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51760"/>
            <a:ext cx="347472" cy="347472"/>
          </a:xfrm>
          <a:prstGeom prst="ellipse">
            <a:avLst/>
          </a:prstGeom>
          <a:solidFill>
            <a:srgbClr val="0B1F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523744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file-read and file-write requests asynchronously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36976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364992"/>
            <a:ext cx="347472" cy="347472"/>
          </a:xfrm>
          <a:prstGeom prst="ellipse">
            <a:avLst/>
          </a:prstGeom>
          <a:solidFill>
            <a:srgbClr val="1F8A8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236976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queue of pending I/O requests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50208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4078224"/>
            <a:ext cx="347472" cy="347472"/>
          </a:xfrm>
          <a:prstGeom prst="ellipse">
            <a:avLst/>
          </a:prstGeom>
          <a:solidFill>
            <a:srgbClr val="0B1F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4078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950208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completion queue of finished operations and results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097280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225296"/>
            <a:ext cx="347472" cy="347472"/>
          </a:xfrm>
          <a:prstGeom prst="ellipse">
            <a:avLst/>
          </a:prstGeom>
          <a:solidFill>
            <a:srgbClr val="1F8A8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00600" y="1225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109728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synchronization to safely access shared request data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1810512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1938528"/>
            <a:ext cx="347472" cy="347472"/>
          </a:xfrm>
          <a:prstGeom prst="ellipse">
            <a:avLst/>
          </a:prstGeom>
          <a:solidFill>
            <a:srgbClr val="0B1F2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00600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1810512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unnecessary blocking and improve scalability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2523744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2651760"/>
            <a:ext cx="347472" cy="347472"/>
          </a:xfrm>
          <a:prstGeom prst="ellipse">
            <a:avLst/>
          </a:prstGeom>
          <a:solidFill>
            <a:srgbClr val="1F8A8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80060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257800" y="2523744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request start and completion times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63440" y="3236976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0B1F2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257800" y="3236976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request latency and overall throughput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63440" y="3950208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4078224"/>
            <a:ext cx="347472" cy="347472"/>
          </a:xfrm>
          <a:prstGeom prst="ellipse">
            <a:avLst/>
          </a:prstGeom>
          <a:solidFill>
            <a:srgbClr val="1F8A8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800600" y="4078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257800" y="3950208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performance under many concurrent client requests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115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initialization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89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TCP socket, bind to a port, listen for clients.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46320" y="1115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connection handling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389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clients connect at once; no blocking thread per request.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queue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042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carry operation, filename, data and timestamp into a thread-safe queue.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9659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46320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Asynchronous file processing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3042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are submitted through io_uring so the server keeps running.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2944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Completion queue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2186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operations are queued and results returned to the client.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846320" y="2944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Synchronization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2186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Mutexes and condition variables guard shared queues against races.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0080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monitoring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1330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timing APIs give latency, requests per second and throughput.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37947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846320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evaluation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41330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clients send simultaneous reads and writes; measure response time and throughput.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Producer–consumer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88620" y="137160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0B1F2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34340" y="1371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TCP, port 9090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1348" y="1691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05940" y="137160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1F8A8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851660" y="1371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handlers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pthread per client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058668" y="1691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23260" y="137160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0B1F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68980" y="1371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queue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+ cond var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75988" y="1691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640580" y="137160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1F8A8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86300" y="1371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submitter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io_uring SQ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93308" y="1691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057900" y="137160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0B1F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03620" y="1371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queue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+ cond var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0628" y="1691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475220" y="137160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1F8A8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520940" y="1371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worker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to client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0080" y="3035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Decoupling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290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 only parse and enqueue, so file I/O never stalls a client thread.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68980" y="29260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451860" y="3035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 async I/O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451860" y="34290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completes reads and writes and posts a CQE for each one.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80760" y="29260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263640" y="3035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 budget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34290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scale with clients, not with file operations.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concepts and Linux APIs used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389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 /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Sockets: socket, bind, listen, accept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many client connections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io_uring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file read/write without blocking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POSIX threads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handlers, submitter, responder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Mutex and condition variables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Race-free queues; sleep when empty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open, read, write, close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operations on storage/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clock_gettime (monotonic)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and throughput timing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performance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527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2240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= completion time − request start time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STATS command reports completed requests, failed requests and average latency in µs.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68980" y="11430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51860" y="12527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51860" y="1645920"/>
            <a:ext cx="2240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= file operations ÷ wall-clock time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load_test.py spawns N concurrent clients, each doing writes then reads.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1430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63640" y="12527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45920"/>
            <a:ext cx="2240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./server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./client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load_test.py 50 20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 clients × 20 write+read pairs)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Team, limits and next steps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Jaiswal Reddy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design, sockets, client handling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Hruday Deepak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file I/O, queues, synchronization, performance testing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1887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per client; text protocol; file open done before io_uring submit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io_uring for sockets, binary framed protocol, authentication, CSV performance logs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github.com/marahrudaydeepak-ctrl/Asynchronous-File-Processing-Server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2026-10-01T04:17:08Z</dcterms:created>
  <dcterms:modified xsi:type="dcterms:W3CDTF">2026-10-01T04:17:08Z</dcterms:modified>
</cp:coreProperties>
</file>